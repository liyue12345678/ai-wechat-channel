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🚀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AI元思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用工程化思维做AI内容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35661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一个AI公众号的半自动化运营系统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50292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2026年7月 | 项目介绍演讲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D4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先问一个问题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如果你想做一个AI领域的公众号，你打算怎么做？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2743200"/>
            <a:ext cx="3200400" cy="2011680"/>
          </a:xfrm>
          <a:prstGeom prst="roundRect">
            <a:avLst>
              <a:gd name="adj" fmla="val 5455"/>
            </a:avLst>
          </a:prstGeom>
          <a:solidFill>
            <a:srgbClr val="1E2A45"/>
          </a:solidFill>
          <a:ln w="3810">
            <a:solidFill>
              <a:srgbClr val="FF5252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8346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信息太多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3931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每天几十条AI新闻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不知该写哪一个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2743200"/>
            <a:ext cx="3200400" cy="2011680"/>
          </a:xfrm>
          <a:prstGeom prst="roundRect">
            <a:avLst>
              <a:gd name="adj" fmla="val 5455"/>
            </a:avLst>
          </a:prstGeom>
          <a:solidFill>
            <a:srgbClr val="1E2A45"/>
          </a:solidFill>
          <a:ln w="3810">
            <a:solidFill>
              <a:srgbClr val="FF5252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8346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6344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白纸焦虑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3931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面对空白编辑器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每次重新想结构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12480" y="2743200"/>
            <a:ext cx="3200400" cy="2011680"/>
          </a:xfrm>
          <a:prstGeom prst="roundRect">
            <a:avLst>
              <a:gd name="adj" fmla="val 5455"/>
            </a:avLst>
          </a:prstGeom>
          <a:solidFill>
            <a:srgbClr val="1E2A45"/>
          </a:solidFill>
          <a:ln w="3810">
            <a:solidFill>
              <a:srgbClr val="FF5252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8346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41248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选题撞车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49640" y="3931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写完才发现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选题已经有人写了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2/30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698480" cy="640080"/>
          </a:xfrm>
          <a:prstGeom prst="rect">
            <a:avLst>
              <a:gd name="adj" fmla="val 7143"/>
            </a:avLst>
          </a:prstGeom>
          <a:solidFill>
            <a:srgbClr val="00D4FF">
              <a:alpha val="8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用工程化思维做内容，把公众号当成一个产品来运营。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56032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51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信息采集自动化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解决"写什么"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03320" y="256032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2651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70332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模板驱动生产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解决"怎么写"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256032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651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58368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品牌体系先行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084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解决"差异化"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464040" y="256032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64040" y="2651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46404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多平台分发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解决"传播"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3/30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FF">
                    <a:alpha val="2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20116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谁是我们的读者，我们提供什么价值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4/30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2011680"/>
            <a:ext cx="9418320" cy="1097280"/>
          </a:xfrm>
          <a:prstGeom prst="roundRect">
            <a:avLst>
              <a:gd name="adj" fmla="val 8333"/>
            </a:avLst>
          </a:prstGeom>
          <a:solidFill>
            <a:srgbClr val="00D4FF">
              <a:alpha val="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"用数据说话，让每个普通人都能用好AI"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我们不报道「AI行业发生了什么」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我们回答「这对你意味着什么，你该怎么用」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5/30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差异化定位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645920"/>
          <a:ext cx="94183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977640"/>
                <a:gridCol w="3977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传统AI媒体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AI元思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行业视角，偏技术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用户视角，偏实用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一次性资讯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系列化内容，可收藏的工具箱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官方、第三人称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真人实测，有主观判断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"发生了什么"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"你该怎么用"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6/30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目标受众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11887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不是AI从业者，而是对AI感兴趣的普通人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职场人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3474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想用AI提升效率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2286000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3774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🤔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6344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纠结者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3474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不知道该选哪个AI工具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12480" y="2286000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3774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41248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普通用户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49640" y="3474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想跟上AI趋势但不想读论文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7/30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FF">
                    <a:alpha val="2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20116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四层架构：采集 → 决策 → 生产 → 分发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8/30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系统全景图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28800" y="1188720"/>
            <a:ext cx="8503920" cy="1005840"/>
          </a:xfrm>
          <a:prstGeom prst="roundRect">
            <a:avLst>
              <a:gd name="adj" fmla="val 9091"/>
            </a:avLst>
          </a:prstGeom>
          <a:solidFill>
            <a:srgbClr val="00D4FF">
              <a:alpha val="7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12344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📡  信息采集层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03120" y="16459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22个RSS源 + 手动网站 → 每日简报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0" y="2194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2560320"/>
            <a:ext cx="8503920" cy="1005840"/>
          </a:xfrm>
          <a:prstGeom prst="roundRect">
            <a:avLst>
              <a:gd name="adj" fmla="val 9091"/>
            </a:avLst>
          </a:prstGeom>
          <a:solidFill>
            <a:srgbClr val="FF6B35">
              <a:alpha val="7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26060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 选题决策层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03120" y="30175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30+关键词评分 → TOP 5选题 → 匹配模板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3566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0" y="3931920"/>
            <a:ext cx="8503920" cy="1005840"/>
          </a:xfrm>
          <a:prstGeom prst="roundRect">
            <a:avLst>
              <a:gd name="adj" fmla="val 9091"/>
            </a:avLst>
          </a:prstGeom>
          <a:solidFill>
            <a:srgbClr val="00E676">
              <a:alpha val="7000"/>
            </a:srgbClr>
          </a:solidFill>
          <a:ln w="6350">
            <a:solidFill>
              <a:srgbClr val="00E6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39776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✍️  内容生产层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03120" y="43891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5套模板 → 30分钟出稿 → 检查清单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4937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5303520"/>
            <a:ext cx="8503920" cy="1005840"/>
          </a:xfrm>
          <a:prstGeom prst="roundRect">
            <a:avLst>
              <a:gd name="adj" fmla="val 9091"/>
            </a:avLst>
          </a:prstGeom>
          <a:solidFill>
            <a:srgbClr val="BB86FC">
              <a:alpha val="7000"/>
            </a:srgbClr>
          </a:solidFill>
          <a:ln w="6350">
            <a:solidFill>
              <a:srgbClr val="BB86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53492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B86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📡  发布分发层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03120" y="57607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 → 小红书 → 即刻 | 数据追踪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9/30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第一层：信息采集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22个RSS信息源，按优先级分类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698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521208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🔴 Critical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官方动态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OpenAI、Anthropic、DeepMind、Meta AI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High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科技媒体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The Verge、TechCrunch、Hacker News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8+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🟢 Medium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社区/论文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Reddit、ArXiv、GitHub Trending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5+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🔵 国内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中文资讯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量子位、机器之心、36氪、少数派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5+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206240"/>
            <a:ext cx="10698480" cy="548640"/>
          </a:xfrm>
          <a:prstGeom prst="rect">
            <a:avLst>
              <a:gd name="adj" fmla="val 8333"/>
            </a:avLst>
          </a:prstGeom>
          <a:solidFill>
            <a:srgbClr val="00D4FF">
              <a:alpha val="8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⏰ 每天早8点自动拉取 → 生成每日简报 → articles/briefs/brief-YYYYMMDD.md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10/30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第二层：选题决策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三条核心标准：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 有热度 — 24小时内被多个源报道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 有用户价值 — 普通人看得懂、用得上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834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 能形成差异化观点 — 不重复别人已经说过的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10698480" cy="731520"/>
          </a:xfrm>
          <a:prstGeom prst="rect">
            <a:avLst>
              <a:gd name="adj" fmla="val 6250"/>
            </a:avLst>
          </a:prstGeom>
          <a:solidFill>
            <a:srgbClr val="00D4FF">
              <a:alpha val="8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 关键词评分系统：标题中包含「发布」「开源」「对比」「教程」等词自动加分，来源优先级加权（critical +20分），中文内容额外加分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选题自动分类 → 匹配最佳模板 → 导出文章骨架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11/30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第三层：内容生产 — 5套模板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2103120"/>
                <a:gridCol w="182880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栏目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爆款潜力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🔬 工具实测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tool-review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1500-2500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E6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📖 手把手教程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6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tutorial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2000-3500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⚔️ 横向对比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6B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comparison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2000-3000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52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💭 观点分析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灵活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52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opinion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1500-2500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B86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📰 AI周报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B86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news-roundup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1500-2500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0" y="45720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周一实测 → 周三教程 → 周五对比/观点 → 周日周报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1520" y="5212080"/>
            <a:ext cx="10698480" cy="548640"/>
          </a:xfrm>
          <a:prstGeom prst="rect">
            <a:avLst>
              <a:gd name="adj" fmla="val 8333"/>
            </a:avLst>
          </a:prstGeom>
          <a:solidFill>
            <a:srgbClr val="00D4FF">
              <a:alpha val="8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模板不是限制创意，而是保证质量下限。确保状态不好的那天，产出也在60分以上。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12/30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每套模板包含什么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5个标题公式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直接套用，告别标题苦思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46304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5544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0" y="2194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逐段正文框架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09160" y="2651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第一段写什么、第二段写什么…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12480" y="146304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5544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412480" y="2194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配图位置标注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49640" y="2651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在哪个位置放什么截图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29184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3832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发布检查清单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480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5-6条，发之前逐项打勾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29184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3832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🪝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72000" y="4023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钩子设计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4480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评论区引导 + 下期预告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13/30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第四层：发布与分发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840480" y="146304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00D4FF">
              <a:alpha val="10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14630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公众号发布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主平台，深度长文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03120" y="1828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74320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1E2A45"/>
          </a:solidFill>
          <a:ln w="3810">
            <a:solidFill>
              <a:srgbClr val="BB86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743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📕 小红书短文版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500-800字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0" y="1828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0" y="274320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1E2A45"/>
          </a:solidFill>
          <a:ln w="3810">
            <a:solidFill>
              <a:srgbClr val="BB86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2743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即刻 / 朋友圈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社区互动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发布后标准动作：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⏱️ 2小时内回复每条评论     📊 记录数据（阅读/转发/收藏）     🔄 打开率&gt;20%时追加转发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14/30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FF">
                    <a:alpha val="2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20116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工作流演示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每天只需30分钟，三个脚本驱动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15/30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每日工作流：30分钟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572000"/>
                <a:gridCol w="137160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耗时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08:00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📡 拉取22个RSS源，生成简报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aggregator.js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08:05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🎯 扫读简报，挑选选题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人工判断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08:10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✍️ 套用模板开始写正文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5套模板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08:25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🖼️ 配图、排版、定时发布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Canva/公众号后台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4389120"/>
            <a:ext cx="10698480" cy="548640"/>
          </a:xfrm>
          <a:prstGeom prst="rect">
            <a:avLst>
              <a:gd name="adj" fmla="val 8333"/>
            </a:avLst>
          </a:prstGeom>
          <a:solidFill>
            <a:srgbClr val="00D4FF">
              <a:alpha val="8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E6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⏱️ 从选题到发布：30分钟 ｜ 传统方式：约2.5小时 ｜ 效率提升 55%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16/30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三个核心脚本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aggregator.js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RSS聚合器，从22个源拉取信息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按优先级排序，生成每日简报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scripts/aggregator.js --export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80560" y="146304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5544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8056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daily_brief.js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选题推荐器，关键词匹配+打分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自动匹配最佳模板，导出文章骨架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scripts/daily_brief.js --top 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321040" y="146304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5544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2104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update_tracker.js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5820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话题追踪器，记录已覆盖选题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追踪发文总量和频率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95360" y="3474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scripts/update_tracker.js --stats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技术栈：仅需1个npm包（rss-parser）· 无数据库 · 无后端 · Markdown驱动一切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17/30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FF">
                    <a:alpha val="2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20116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品牌体系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从第一天就建立完整的品牌手册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18/30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品牌调性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2377440" cy="2286000"/>
          </a:xfrm>
          <a:prstGeom prst="roundRect">
            <a:avLst>
              <a:gd name="adj" fmla="val 6000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真实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749040" y="1828800"/>
            <a:ext cx="2377440" cy="2286000"/>
          </a:xfrm>
          <a:prstGeom prst="roundRect">
            <a:avLst>
              <a:gd name="adj" fmla="val 6000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182880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🔢 数据驱动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583680" y="1828800"/>
            <a:ext cx="2377440" cy="2286000"/>
          </a:xfrm>
          <a:prstGeom prst="roundRect">
            <a:avLst>
              <a:gd name="adj" fmla="val 6000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82880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🤝 不装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418320" y="1828800"/>
            <a:ext cx="2377440" cy="2286000"/>
          </a:xfrm>
          <a:prstGeom prst="roundRect">
            <a:avLst>
              <a:gd name="adj" fmla="val 6000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0" y="182880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有态度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19/30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权威内容公式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每篇文章必须至少命中 5个锚点中的3个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具体数据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用数字说话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71800" y="182880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920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97180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真机实测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3017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真实截图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182880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920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0352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引用来源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3017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附链接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35240" y="182880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1920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63524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双面评价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0" y="3017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优缺点都说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966960" y="182880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2A45"/>
          </a:solidFill>
          <a:ln w="381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0" y="1920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🗓️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96696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时效标注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104120" y="3017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版本号+日期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20/30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视觉规范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封面设计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深蓝/黑底 + 亮色文字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品牌色： #00D4FF  /  #FF6B35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正文排版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15px 字号  •  1.75 行距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每300字配一张图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分类配色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 实测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40880" y="256032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00E676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教程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0" y="320040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⚔️ 对比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40880" y="384048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FF5252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💭 观点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448056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BB86FC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📰 周报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21/30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FF">
                    <a:alpha val="2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20116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成果数据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16天，14篇文章，从0到1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22/30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篇原创文章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749040" y="1371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74904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个RSS信息源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1371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8368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套标准化模板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18320" y="1371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41832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分钟/天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3017520"/>
          <a:ext cx="9966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680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项目启动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2026年6月21日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发布时间线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连续16天日更（6/21 → 7/6）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固定栏目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5个（实测/教程/对比/观点/周报）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多平台分发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公众号 + 小红书 + 即刻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选题储备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8+待写选题 + 灵感池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23/30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代表性文章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3152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⚔️ 对比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DeepSeek vs ChatGPT vs 豆包：写公众号谁更强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对比类爆款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E6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📖 教程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Vibe Coding全流程教程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高收藏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52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💭 观点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AI这么强，初级程序员还有必要存在吗？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高转发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🔬 实测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用AI做PPT的5个工具实测对比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350+行深度横评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E6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📖 教程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用AI做小红书爆款封面（全流程）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痛点精准切入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24/30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FF">
                    <a:alpha val="2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20116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从工具到品牌的进化路径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25/30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三段式路线图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74720" cy="3474720"/>
          </a:xfrm>
          <a:prstGeom prst="roundRect">
            <a:avLst>
              <a:gd name="adj" fmla="val 3158"/>
            </a:avLst>
          </a:prstGeom>
          <a:solidFill>
            <a:srgbClr val="1E2A45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🟢 近期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坚持日更，积累100篇原创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小红书日均200+阅读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建立读者社群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80560" y="1463040"/>
            <a:ext cx="3474720" cy="3474720"/>
          </a:xfrm>
          <a:prstGeom prst="roundRect">
            <a:avLst>
              <a:gd name="adj" fmla="val 3158"/>
            </a:avLst>
          </a:prstGeom>
          <a:solidFill>
            <a:srgbClr val="1E2A4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🟠 中期（5000粉后）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22860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开启商业化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AI工具深度测评合集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行业分析报告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321040" y="1463040"/>
            <a:ext cx="3474720" cy="3474720"/>
          </a:xfrm>
          <a:prstGeom prst="roundRect">
            <a:avLst>
              <a:gd name="adj" fmla="val 3158"/>
            </a:avLst>
          </a:prstGeom>
          <a:solidFill>
            <a:srgbClr val="1E2A45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🔵 长期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95360" y="22860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升级为AI领域可信品牌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建立AI工具评测数据库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「选AI工具，看AI元思」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26/30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技术演进路线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828800"/>
          <a:ext cx="9966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85216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 + 聚合 + 日历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E6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已完成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阅读数据分析 + 选题效果反馈闭环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规划中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AI辅助初稿生成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3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规划中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多平台分发适配（知乎/掘金/头条）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⏳ 远期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27/30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12801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这个项目回答了三个问题：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0698480" cy="914400"/>
          </a:xfrm>
          <a:prstGeom prst="rect">
            <a:avLst>
              <a:gd name="adj" fmla="val 5000"/>
            </a:avLst>
          </a:prstGeom>
          <a:solidFill>
            <a:srgbClr val="00D4FF">
              <a:alpha val="8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写什么？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926080" y="2148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聚合器 + 选题池 + 内容日历 → 永远不缺选题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383280"/>
            <a:ext cx="10698480" cy="914400"/>
          </a:xfrm>
          <a:prstGeom prst="rect">
            <a:avLst>
              <a:gd name="adj" fmla="val 5000"/>
            </a:avLst>
          </a:prstGeom>
          <a:solidFill>
            <a:srgbClr val="00D4FF">
              <a:alpha val="8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429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怎么写？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26080" y="3429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5套模板 + 标题公式 + 检查清单 → 30分钟出稿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10698480" cy="914400"/>
          </a:xfrm>
          <a:prstGeom prst="rect">
            <a:avLst>
              <a:gd name="adj" fmla="val 5000"/>
            </a:avLst>
          </a:prstGeom>
          <a:solidFill>
            <a:srgbClr val="00D4FF">
              <a:alpha val="8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634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47091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怎么持续？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26080" y="4709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固定节奏 + 追踪系统 + 月度复盘 → 日更不焦虑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28/30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"不用比别人聪明，只要比别人系统。"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0" y="2606040"/>
            <a:ext cx="6675120" cy="9144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"内容的下限靠模板，上限靠判断。"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4434840"/>
            <a:ext cx="6675120" cy="9144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"好的内容系统，让普通人也能持续产出60分以上的内容。"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58521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AI元思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29/30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7315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🙏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AI元思 · 项目介绍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8404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📂 项目仓库：ai-wechat-channel    📋 品牌手册：brand-kit.md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📅 内容日历：content-calendar.md    📕 小红书策略：xiaohongshu-strategy.md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D4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AI元思-项目介绍</dc:title>
  <dc:subject>PptxGenJS Presentation</dc:subject>
  <dc:creator>AI元思</dc:creator>
  <cp:lastModifiedBy>AI元思</cp:lastModifiedBy>
  <cp:revision>1</cp:revision>
  <dcterms:created xsi:type="dcterms:W3CDTF">2026-07-03T04:49:22Z</dcterms:created>
  <dcterms:modified xsi:type="dcterms:W3CDTF">2026-07-03T04:49:22Z</dcterms:modified>
</cp:coreProperties>
</file>